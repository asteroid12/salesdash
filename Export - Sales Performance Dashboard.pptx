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</p:sldIdLst>
  <p:sldSz cx="12192000" cy="6858000"/>
  <p:notesSz cx="6858000" cy="9144000"/>
  <p:custDataLst>
    <p:tags r:id="rId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BC108F-2AB8-48DA-AB49-F9E86BDDFE2F}" v="6" dt="2018-08-08T09:06:44.7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51"/>
    <p:restoredTop sz="94647"/>
  </p:normalViewPr>
  <p:slideViewPr>
    <p:cSldViewPr snapToGrid="0" snapToObjects="1">
      <p:cViewPr>
        <p:scale>
          <a:sx n="100" d="100"/>
          <a:sy n="100" d="100"/>
        </p:scale>
        <p:origin x="-14" y="-6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tags" Target="tags/tag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d9d89c84-d071-445f-9ebf-25a0ff867f4d}">
  <we:reference id="WA200003233" version="2.0.0.3" store="en-US" storeType="OMEX"/>
  <we:alternateReferences/>
  <we:properties>
    <we:property name="Microsoft.Office.CampaignId" value="&quot;none&quot;"/>
    <we:property name="reportUrl" value="&quot;/groups/me/reports/855a5ea2-7660-492b-bf44-6406b8a239ce/15fbae0439b585e49c42?bookmarkGuid=6a1ef16a-8bdd-4e4f-b784-98ab1ece77ef&amp;bookmarkUsage=1&amp;ctid=da90653e-1e02-4208-b68a-6224891bea63&amp;fromEntryPoint=export&quot;"/>
    <we:property name="reportState" value="&quot;CONNECTED&quot;"/>
    <we:property name="artifactViewState" value="&quot;live&quot;"/>
    <we:property name="reportEmbeddedTime" value="&quot;2026-05-21T06:11:20.789Z&quot;"/>
    <we:property name="creatorSessionId" value="&quot;3ea2aca3-cfc5-4522-ae64-da5548e53d3f&quot;"/>
    <we:property name="creatorUserId" value="&quot;10032004894B7711&quot;"/>
    <we:property name="creatorTenantId" value="&quot;da90653e-1e02-4208-b68a-6224891bea63&quot;"/>
    <we:property name="pageDisplayName" value="&quot;Page 1&quot;"/>
    <we:property name="pageName" value="&quot;15fbae0439b585e49c42&quot;"/>
    <we:property name="reportName" value="&quot;Sales Dashboard&quot;"/>
    <we:property name="isVisualContainerHeaderHidden" value="false"/>
    <we:property name="isFiltersActionButtonVisible" value="true"/>
    <we:property name="initialStateBookmark" value="&quot;H4sIAAAAAAAAA+1ZbU/jOBD+K1Wk037pnZwXNwnfeJNOWlg4ipBOJ7Qa25Pi3RBXjgP0UP/72U5gKe21CBYoCx8zY8/LM+OZsXMdCFmPS5h8gXMMNoItpb6fg/7eC4N+UHW0g4PP+5tHn79+2dzftWQ1NlJVdbBxHRjQIzQnsm6gdBIs8Z/TfgBleQgj91VAWWM/GKOuVQWl/BfbxZZldIPTfoBX41JpcCKHBgw6sRd2uf22usM/YqsRuJEXOERuOiotGCBJ4pzRjGKS8ySyy+p2gbds4RIn2qvfVpUBWVk1joaUCEpi5IxwktIYMCOOXstqVHYG/9h7PBk7VAxeGaauHB7sm1XsJE2n1iHBQpYSKBLkaVwg51nO3e5ClqZTyCa7V2NtsbIIttI2xQVUHEXgAdFYt/5fB/sIdaM9KrszjKFqNMcjLDyrMtJMrJwdi+AxsBIDZ8qhVhZ5zzhWBsreEEobFcc6U5fbGu1qEWyQ6amlLPWWgxYda8Zh+6EF6q2Jd2ZH6psYRf179j6PI9Zyy87SvGC5EGkIBBIGJOZrA7klFNL8CpjfetKCniQsZTQhHAvIaZGIFNjrg94a2du3hUlWvd/eNu7zzrTQC4gyyEPOWcR4UQwSQvPXh35P1XXvwEH0xkvMrCMt5FHOs4LzMIxDDjGHaJDSlZBvWw0jpSX3Ps2ivq3K5rx6qK1141qoURq/8hKhspjeM/oIR07CPPD9dWkyL27IE0pv2dQ2rCi2QG+fgTavnZL3u97NTGSXfLsz9XQJ19r1bBl26uecLInShNi+m2d20AkZFGx1/X/JE3ELxhqk4qMHL6Gqxnyk4HxI2ySMC5YBS7M8yakb9UVSPGHy+1OiBs3PJnt4geW82bf8edaNkSegZXuZ8S4+0fXuVnYrNJhBw7eonguYX3zHOh/F3g+CY3c+BX8j6KVHYtkZfRcI/dXY44YfIC0Fad9eoc8eV1rfBT47sNaN5w0NY6WscGEHXN1/3kWmdQW9bYhA01gApXFIw4gJLnK+XveUYcN+X6fJ7Je7JNx5pnmNEe1efLusjGmWR2mYhTklYVGEgxQeP6b9bJP/ZyJamQB1KbkdE+5GPThHPfKRFGDAezNuFUls+Up4Nnpnr4M9aQFoZZ9A2Tixn3bsDqEuq08uiN37w8JA+h31s4RxtqjElNNBlJMBYZhn7tFvdfjW4vHjXcfw3oV9QGlIGIkACpIVggoSv5kL+7uO41w5xSQRJBvwxMYz4xQpj3CtIvmAx8g1SayPgfw1LfkJf2vG8kKZVvhDrgdH6vK5i22/k/0ixcDXg0U1TzWmHgPHQytkQe2z8YRKOIyX1j///z7wSizq0qG8fIP7q39bKqfT/wBuXHXhYCAAAA==&quot;"/>
    <we:property name="bookmark" value="&quot;H4sIAAAAAAAAA+1ZW08rNxD+K9FK1XlJK+/Fe+GtwJH6AC0lCKmqUDW2Z4PPWdaR1xtIUf577d0lh1yaIDiQcMLjeuzxzPeNZ8bee0/IalTA5He4Qe/AO1Tq6w3orz3f63tlOwacYsjDLEmiNI5iHwOMrVSNjFRl5R3cewb0EM2lrGoonCI7+PdV34OiOIOh+8qhqLDvjVBXqoRC/ovtZCsyusZp38O7UaE0OJUDAwad2rGdbr+tCf4vod0RuJFjHCA33SjNGSCJwozRlGKU8Siw06p2QmPZyilOdbP9kSoNyNJu48aQEkFJiJwRThIaAqbEjVeyHBadwd/WXkxGDhyDd4apO4cH+2I3dpqmU+uQYD5LCOQR8iTMkfM04251LgvTbcgmn+9G2mJlEWy1/SrGUHIUXgOIxqr1/947Rahq3aDyeU4wULXmeI55IyqNNBOr59gieAGsQM+ZcqaVRb4RXCgDRW8AhWXFia7V7ZFGO1t4B2R6ZUfWestBi04057D90AL14aRx5ljqB46C/oK9r+OItdyK0yTLWSZE4gOBiAEJ+c5AbgdyaX4EzGeetKBHEUsYjQjHHDKaRyIBtn3QWyN7pzYxybL30/vGfdmZFnoBQQqZzzkLGM/zOCI02z70J6qqen84iN55ipl3pIU8yHiac+77oc8h5BDECd0I+ZHdYai05I1P86gfqaK+KZ9qa1W7EmqUxn94gVBaTBeMPseh07AMfH9XisybG/KC1FvUlaUVxSHoo2vQZtshuVj1HnoiO+XLo66nC7jWrleLsKumz0mjIImIrbtZahsdn0HONuf/tzwRMzB2IBSf3XgJVdbmIwSXKW2DMMxZCixJsyijrtUXUf6Czu83iRo0v56c4BiLZbNn8mXRg5GXoGV7mWlcfKHr3eVsptSbQ6MpUT1HWDP5kXUNi71vA07c+eT9haDXHol1Z3QvEPqztscNP0BaC9KpvUJfPy+17gU+x7DThecdNWOFLHFlBdxcf/Yi0rqE3hZEoEkogNLQp37ABBcZ3617yqBmP+9SZ/bDXRIePdNso0Vb4LeLypCmWZD4qZ9R4ue5Hyfw/Dbte5v8Px3RxgCoCsltm/CYde8G9bBhUoCBxptRu5HEVq5EI8bG2XvvRFoAWt2XUNRO7adju0Ko2/KTI7F7f1hJZLOiehUa55NKSDmNg4zEhGGWuke/zfTtxOPHXnO4cGGPKfUJIwFATtJcUEHCd3Nh32sel9IpRpEgacwjy2fKKVIe4E4x+YTHyB0JrI+GfJuWfIe/NSM5VqZV/pTrwbm6fe1k2+90v0kyaPLBqpynalONgOOZVbIi91k+oRQO47X5r/l/P0t90+l/kjo6KjcgAAA=&quot;"/>
    <we:property name="datasetId" value="&quot;755cb3e4-9232-434b-a49b-55f62cd6f360&quot;"/>
    <we:property name="embedUrl" value="&quot;/reportEmbed?reportId=855a5ea2-7660-492b-bf44-6406b8a239ce&amp;config=eyJjbHVzdGVyVXJsIjoiaHR0cHM6Ly9XQUJJLVVTLU5PUlRILUNFTlRSQUwtSi1QUklNQVJZLXJlZGlyZWN0LmFuYWx5c2lzLndpbmRvd3MubmV0IiwiZW1iZWRGZWF0dXJlcyI6eyJ1c2FnZU1ldHJpY3NWTmV4dCI6dHJ1ZX19&amp;disableSensitivityBanner=true&amp;storytellingChangeViewModeShortcutKeys=true&quot;"/>
    <we:property name="backgroundColor" value="&quot;#FFFFFF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1505</TotalTime>
  <Words>3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Segoe UI Light</vt:lpstr>
      <vt:lpstr>Office Theme</vt:lpstr>
      <vt:lpstr>Microsoft Power BI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Amogh Iyengar</cp:lastModifiedBy>
  <cp:revision>3</cp:revision>
  <dcterms:created xsi:type="dcterms:W3CDTF">2018-06-07T21:39:02Z</dcterms:created>
  <dcterms:modified xsi:type="dcterms:W3CDTF">2026-05-21T06:14:23Z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