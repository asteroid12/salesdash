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webextensions/webextension1.xml" ContentType="application/vnd.ms-office.webextension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56" r:id="rId5"/>
  </p:sldIdLst>
  <p:sldSz cx="12192000" cy="6858000"/>
  <p:notesSz cx="6858000" cy="9144000"/>
  <p:custDataLst>
    <p:tags r:id="rId6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51"/>
    <p:restoredTop sz="94647"/>
  </p:normalViewPr>
  <p:slideViewPr>
    <p:cSldViewPr snapToGrid="0" snapToObjects="1">
      <p:cViewPr>
        <p:scale>
          <a:sx n="100" d="100"/>
          <a:sy n="100" d="100"/>
        </p:scale>
        <p:origin x="-14" y="-6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tags" Target="tags/tag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FEA2F-4473-0948-AB43-EBE33511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B151-747D-604F-903D-9A920F317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47E0C-8A67-AE45-9E33-B90E65F82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C27D1-B1FA-884E-BB86-6AA912AD2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0875C-8A74-6B43-8AF6-63659F8EC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32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3F97-6513-314A-BEB3-8AC3A43CE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C1008-6364-A640-BA0B-D8775884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B27E-7D19-9148-AFBE-D10DF7C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7AB2F-DBDD-3343-AB56-539EF251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2543B-D933-004D-99FF-224DE8B9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99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842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11/relationships/webextension" Target="../webextensions/webextension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dd-in_Banner">
            <a:extLst>
              <a:ext uri="{FF2B5EF4-FFF2-40B4-BE49-F238E27FC236}">
                <a16:creationId xmlns:a16="http://schemas.microsoft.com/office/drawing/2014/main" id="{3469E413-BCF5-4E2F-BE4B-EB617C589F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351395"/>
            <a:ext cx="12192000" cy="640515"/>
          </a:xfrm>
          <a:prstGeom prst="rect">
            <a:avLst/>
          </a:prstGeom>
          <a:solidFill>
            <a:srgbClr val="494748">
              <a:alpha val="4706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1332000" tIns="180000" rIns="216000" bIns="18000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l" rtl="0">
              <a:spcAft>
                <a:spcPts val="0"/>
              </a:spcAft>
            </a:pPr>
            <a:r>
              <a:rPr lang="en-GB" sz="1800" dirty="0">
                <a:solidFill>
                  <a:srgbClr val="000000"/>
                </a:solidFill>
                <a:effectLst/>
                <a:latin typeface="Segoe UI Light" panose="020B0502040204020203" pitchFamily="34" charset="0"/>
                <a:ea typeface="Calibri" panose="020F0502020204030204" pitchFamily="34" charset="0"/>
                <a:cs typeface="Segoe UI Light" panose="020B0502040204020203" pitchFamily="34" charset="0"/>
              </a:rPr>
              <a:t>Microsoft Power BI</a:t>
            </a:r>
            <a:endParaRPr lang="en-IE" sz="1200" dirty="0">
              <a:effectLst/>
              <a:latin typeface="Segoe UI Light" panose="020B0502040204020203" pitchFamily="34" charset="0"/>
              <a:ea typeface="Calibri" panose="020F0502020204030204" pitchFamily="34" charset="0"/>
              <a:cs typeface="Segoe UI Light" panose="020B0502040204020203" pitchFamily="34" charset="0"/>
            </a:endParaRPr>
          </a:p>
        </p:txBody>
      </p:sp>
      <p:pic>
        <p:nvPicPr>
          <p:cNvPr id="7" name="Add-in_Icon" descr="Icon for Microsoft Power BI.">
            <a:extLst>
              <a:ext uri="{FF2B5EF4-FFF2-40B4-BE49-F238E27FC236}">
                <a16:creationId xmlns:a16="http://schemas.microsoft.com/office/drawing/2014/main" id="{87D43E1C-7B4D-44A2-8E6D-6786349BFB5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 bwMode="auto">
          <a:xfrm>
            <a:off x="914400" y="530365"/>
            <a:ext cx="291465" cy="291465"/>
          </a:xfrm>
          <a:prstGeom prst="rect">
            <a:avLst/>
          </a:prstGeom>
          <a:noFill/>
        </p:spPr>
      </p:pic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Add-in" descr="Add-in content for Microsoft Power BI."/>
              <p:cNvGraphicFramePr>
                <a:graphicFrameLocks noGrp="1"/>
              </p:cNvGraphicFramePr>
              <p:nvPr/>
            </p:nvGraphicFramePr>
            <p:xfrm>
              <a:off x="721012" y="1170879"/>
              <a:ext cx="10749976" cy="5335725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3"/>
              </a:graphicData>
            </a:graphic>
          </p:graphicFrame>
        </mc:Choice>
        <mc:Fallback>
          <p:pic>
            <p:nvPicPr>
              <p:cNvPr id="2" name="Add-in" descr="Add-in content for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1012" y="1170879"/>
                <a:ext cx="10749976" cy="533572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1185954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FILE_NAME_PARSED_KEY" val="TRU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webextension1.xml><?xml version="1.0" encoding="utf-8"?>
<we:webextension xmlns:we="http://schemas.microsoft.com/office/webextensions/webextension/2010/11" id="{d9d89c84-d071-445f-9ebf-25a0ff867f4d}">
  <we:reference id="WA200003233" version="2.0.0.3" store="en-US" storeType="OMEX"/>
  <we:alternateReferences/>
  <we:properties>
    <we:property name="Microsoft.Office.CampaignId" value="&quot;none&quot;"/>
    <we:property name="reportUrl" value="&quot;/groups/me/reports/855a5ea2-7660-492b-bf44-6406b8a239ce/15fbae0439b585e49c42?bookmarkGuid=6a1ef16a-8bdd-4e4f-b784-98ab1ece77ef&amp;bookmarkUsage=1&amp;ctid=da90653e-1e02-4208-b68a-6224891bea63&amp;fromEntryPoint=export&quot;"/>
    <we:property name="reportState" value="&quot;CONNECTED&quot;"/>
    <we:property name="artifactViewState" value="&quot;live&quot;"/>
    <we:property name="reportEmbeddedTime" value="&quot;2026-05-21T06:11:20.789Z&quot;"/>
    <we:property name="creatorSessionId" value="&quot;3ea2aca3-cfc5-4522-ae64-da5548e53d3f&quot;"/>
    <we:property name="creatorUserId" value="&quot;10032004894B7711&quot;"/>
    <we:property name="creatorTenantId" value="&quot;da90653e-1e02-4208-b68a-6224891bea63&quot;"/>
    <we:property name="pageDisplayName" value="&quot;Page 1&quot;"/>
    <we:property name="pageName" value="&quot;15fbae0439b585e49c42&quot;"/>
    <we:property name="reportName" value="&quot;Sales Dashboard&quot;"/>
    <we:property name="isVisualContainerHeaderHidden" value="false"/>
    <we:property name="isFiltersActionButtonVisible" value="true"/>
    <we:property name="initialStateBookmark" value="&quot;H4sIAAAAAAAAA+1ZbU/jOBD+K1Wk037pnZwXNwnfeJNOWlg4ipBOJ7Qa25Pi3RBXjgP0UP/72U5gKe21CBYoCx8zY8/LM+OZsXMdCFmPS5h8gXMMNoItpb6fg/7eC4N+UHW0g4PP+5tHn79+2dzftWQ1NlJVdbBxHRjQIzQnsm6gdBIs8Z/TfgBleQgj91VAWWM/GKOuVQWl/BfbxZZldIPTfoBX41JpcCKHBgw6sRd2uf22usM/YqsRuJEXOERuOiotGCBJ4pzRjGKS8ySyy+p2gbds4RIn2qvfVpUBWVk1joaUCEpi5IxwktIYMCOOXstqVHYG/9h7PBk7VAxeGaauHB7sm1XsJE2n1iHBQpYSKBLkaVwg51nO3e5ClqZTyCa7V2NtsbIIttI2xQVUHEXgAdFYt/5fB/sIdaM9KrszjKFqNMcjLDyrMtJMrJwdi+AxsBIDZ8qhVhZ5zzhWBsreEEobFcc6U5fbGu1qEWyQ6amlLPWWgxYda8Zh+6EF6q2Jd2ZH6psYRf179j6PI9Zyy87SvGC5EGkIBBIGJOZrA7klFNL8CpjfetKCniQsZTQhHAvIaZGIFNjrg94a2du3hUlWvd/eNu7zzrTQC4gyyEPOWcR4UQwSQvPXh35P1XXvwEH0xkvMrCMt5FHOs4LzMIxDDjGHaJDSlZBvWw0jpSX3Ps2ivq3K5rx6qK1141qoURq/8hKhspjeM/oIR07CPPD9dWkyL27IE0pv2dQ2rCi2QG+fgTavnZL3u97NTGSXfLsz9XQJ19r1bBl26uecLInShNi+m2d20AkZFGx1/X/JE3ELxhqk4qMHL6Gqxnyk4HxI2ySMC5YBS7M8yakb9UVSPGHy+1OiBs3PJnt4geW82bf8edaNkSegZXuZ8S4+0fXuVnYrNJhBw7eonguYX3zHOh/F3g+CY3c+BX8j6KVHYtkZfRcI/dXY44YfIC0Fad9eoc8eV1rfBT47sNaN5w0NY6WscGEHXN1/3kWmdQW9bYhA01gApXFIw4gJLnK+XveUYcN+X6fJ7Je7JNx5pnmNEe1efLusjGmWR2mYhTklYVGEgxQeP6b9bJP/ZyJamQB1KbkdE+5GPThHPfKRFGDAezNuFUls+Up4Nnpnr4M9aQFoZZ9A2Tixn3bsDqEuq08uiN37w8JA+h31s4RxtqjElNNBlJMBYZhn7tFvdfjW4vHjXcfw3oV9QGlIGIkACpIVggoSv5kL+7uO41w5xSQRJBvwxMYz4xQpj3CtIvmAx8g1SayPgfw1LfkJf2vG8kKZVvhDrgdH6vK5i22/k/0ixcDXg0U1TzWmHgPHQytkQe2z8YRKOIyX1j///z7wSizq0qG8fIP7q39bKqfT/wBuXHXhYCAAAA==&quot;"/>
    <we:property name="bookmark" value="&quot;H4sIAAAAAAAAA+1ZW08rNxD+K9FK1XlJK+/Fe+GtwJH6AC0lCKmqUDW2Z4PPWdaR1xtIUf577d0lh1yaIDiQcMLjeuzxzPeNZ8bee0/IalTA5He4Qe/AO1Tq6w3orz3f63tlOwacYsjDLEmiNI5iHwOMrVSNjFRl5R3cewb0EM2lrGoonCI7+PdV34OiOIOh+8qhqLDvjVBXqoRC/ovtZCsyusZp38O7UaE0OJUDAwad2rGdbr+tCf4vod0RuJFjHCA33SjNGSCJwozRlGKU8Siw06p2QmPZyilOdbP9kSoNyNJu48aQEkFJiJwRThIaAqbEjVeyHBadwd/WXkxGDhyDd4apO4cH+2I3dpqmU+uQYD5LCOQR8iTMkfM04251LgvTbcgmn+9G2mJlEWy1/SrGUHIUXgOIxqr1/947Rahq3aDyeU4wULXmeI55IyqNNBOr59gieAGsQM+ZcqaVRb4RXCgDRW8AhWXFia7V7ZFGO1t4B2R6ZUfWestBi04057D90AL14aRx5ljqB46C/oK9r+OItdyK0yTLWSZE4gOBiAEJ+c5AbgdyaX4EzGeetKBHEUsYjQjHHDKaRyIBtn3QWyN7pzYxybL30/vGfdmZFnoBQQqZzzkLGM/zOCI02z70J6qqen84iN55ipl3pIU8yHiac+77oc8h5BDECd0I+ZHdYai05I1P86gfqaK+KZ9qa1W7EmqUxn94gVBaTBeMPseh07AMfH9XisybG/KC1FvUlaUVxSHoo2vQZtshuVj1HnoiO+XLo66nC7jWrleLsKumz0mjIImIrbtZahsdn0HONuf/tzwRMzB2IBSf3XgJVdbmIwSXKW2DMMxZCixJsyijrtUXUf6Czu83iRo0v56c4BiLZbNn8mXRg5GXoGV7mWlcfKHr3eVsptSbQ6MpUT1HWDP5kXUNi71vA07c+eT9haDXHol1Z3QvEPqztscNP0BaC9KpvUJfPy+17gU+x7DThecdNWOFLHFlBdxcf/Yi0rqE3hZEoEkogNLQp37ABBcZ3617yqBmP+9SZ/bDXRIePdNso0Vb4LeLypCmWZD4qZ9R4ue5Hyfw/Dbte5v8Px3RxgCoCsltm/CYde8G9bBhUoCBxptRu5HEVq5EI8bG2XvvRFoAWt2XUNRO7adju0Ko2/KTI7F7f1hJZLOiehUa55NKSDmNg4zEhGGWuke/zfTtxOPHXnO4cGGPKfUJIwFATtJcUEHCd3Nh32sel9IpRpEgacwjy2fKKVIe4E4x+YTHyB0JrI+GfJuWfIe/NSM5VqZV/pTrwbm6fe1k2+90v0kyaPLBqpynalONgOOZVbIi91k+oRQO47X5r/l/P0t90+l/kjo6KjcgAAA=&quot;"/>
    <we:property name="datasetId" value="&quot;755cb3e4-9232-434b-a49b-55f62cd6f360&quot;"/>
    <we:property name="embedUrl" value="&quot;/reportEmbed?reportId=855a5ea2-7660-492b-bf44-6406b8a239ce&amp;config=eyJjbHVzdGVyVXJsIjoiaHR0cHM6Ly9XQUJJLVVTLU5PUlRILUNFTlRSQUwtSi1QUklNQVJZLXJlZGlyZWN0LmFuYWx5c2lzLndpbmRvd3MubmV0IiwiZW1iZWRGZWF0dXJlcyI6eyJ1c2FnZU1ldHJpY3NWTmV4dCI6dHJ1ZX19&amp;disableSensitivityBanner=true&amp;storytellingChangeViewModeShortcutKeys=true&quot;"/>
    <we:property name="backgroundColor" value="&quot;#FFFFFF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5" ma:contentTypeDescription="Create a new document." ma:contentTypeScope="" ma:versionID="aba17d7263e5a17e1efe42a3571abb41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e4e3c9c8ed1c3d723d02c9f1cb24d19a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  <xsd:element ref="ns2:MediaServiceEventHashCode" minOccurs="0"/>
                <xsd:element ref="ns2:MediaServiceGenerationTim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21" nillable="true" ma:displayName="MediaServiceGenerationTime" ma:hidden="true" ma:internalName="MediaServiceGenerationTim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17AB1FA-2F28-4684-9230-02ACEB6C0B0A}">
  <ds:schemaRefs>
    <ds:schemaRef ds:uri="http://purl.org/dc/elements/1.1/"/>
    <ds:schemaRef ds:uri="http://schemas.microsoft.com/office/2006/metadata/properties"/>
    <ds:schemaRef ds:uri="b1e4d6ee-9f6f-43f8-a618-24f3d84da28f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f577acbf-5b0b-4b4f-9948-268e97f8d3a4"/>
    <ds:schemaRef ds:uri="http://purl.org/dc/dcmitype/"/>
    <ds:schemaRef ds:uri="http://schemas.microsoft.com/office/infopath/2007/PartnerControl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DD29C39-1C4E-4B06-A1F4-2510F2DACF6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1508</TotalTime>
  <Words>3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Segoe UI Light</vt:lpstr>
      <vt:lpstr>Office Theme</vt:lpstr>
      <vt:lpstr>Microsoft Power BI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Amogh Iyengar</cp:lastModifiedBy>
  <cp:revision>3</cp:revision>
  <dcterms:created xsi:type="dcterms:W3CDTF">2018-06-07T21:39:02Z</dcterms:created>
  <dcterms:modified xsi:type="dcterms:W3CDTF">2026-05-21T06:18:11Z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